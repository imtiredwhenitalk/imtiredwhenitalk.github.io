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All visuals are generated for this project (no external images).
[/Sources]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All visuals are generated for this project (no external images).
[/Sources]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All visuals are generated for this project (no external images).
[/Sources]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All visuals are generated for this project (no external images).
[/Sources]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All visuals are generated for this project (no external images).
[/Sources]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All visuals are generated for this project (no external images).
[/Sources]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All visuals are generated for this project (no external images).
[/Sources]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eautiful-site/frontend/src/assets/hero-bg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65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20116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Aurora UI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22960" y="28803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Красивий сайт на React + Tailwind з кастомізацією, анімаціями та Python бекендом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3977640"/>
            <a:ext cx="1645920" cy="384048"/>
          </a:xfrm>
          <a:prstGeom prst="roundRect">
            <a:avLst/>
          </a:prstGeom>
          <a:solidFill>
            <a:srgbClr val="0B1020">
              <a:alpha val="75000"/>
            </a:srgbClr>
          </a:solidFill>
          <a:ln w="12700">
            <a:solidFill>
              <a:srgbClr val="4B5563">
                <a:alpha val="3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4050792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(Vite)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0" y="3977640"/>
            <a:ext cx="1645920" cy="384048"/>
          </a:xfrm>
          <a:prstGeom prst="roundRect">
            <a:avLst/>
          </a:prstGeom>
          <a:solidFill>
            <a:srgbClr val="0B1020">
              <a:alpha val="75000"/>
            </a:srgbClr>
          </a:solidFill>
          <a:ln w="12700">
            <a:solidFill>
              <a:srgbClr val="4B5563">
                <a:alpha val="3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24912" y="4050792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3977640"/>
            <a:ext cx="914400" cy="384048"/>
          </a:xfrm>
          <a:prstGeom prst="roundRect">
            <a:avLst/>
          </a:prstGeom>
          <a:solidFill>
            <a:srgbClr val="0B1020">
              <a:alpha val="75000"/>
            </a:srgbClr>
          </a:solidFill>
          <a:ln w="12700">
            <a:solidFill>
              <a:srgbClr val="4B5563">
                <a:alpha val="3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62272" y="4050792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03520" y="3977640"/>
            <a:ext cx="1920240" cy="384048"/>
          </a:xfrm>
          <a:prstGeom prst="roundRect">
            <a:avLst/>
          </a:prstGeom>
          <a:solidFill>
            <a:srgbClr val="0B1020">
              <a:alpha val="75000"/>
            </a:srgbClr>
          </a:solidFill>
          <a:ln w="12700">
            <a:solidFill>
              <a:srgbClr val="4B5563">
                <a:alpha val="3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68112" y="4050792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TailwindCSS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0" y="3977640"/>
            <a:ext cx="2194560" cy="384048"/>
          </a:xfrm>
          <a:prstGeom prst="roundRect">
            <a:avLst/>
          </a:prstGeom>
          <a:solidFill>
            <a:srgbClr val="0B1020">
              <a:alpha val="75000"/>
            </a:srgbClr>
          </a:solidFill>
          <a:ln w="12700">
            <a:solidFill>
              <a:srgbClr val="4B5563">
                <a:alpha val="3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79792" y="4050792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Framer Motion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601200" y="3977640"/>
            <a:ext cx="1828800" cy="384048"/>
          </a:xfrm>
          <a:prstGeom prst="roundRect">
            <a:avLst/>
          </a:prstGeom>
          <a:solidFill>
            <a:srgbClr val="0B1020">
              <a:alpha val="75000"/>
            </a:srgbClr>
          </a:solidFill>
          <a:ln w="12700">
            <a:solidFill>
              <a:srgbClr val="4B5563">
                <a:alpha val="3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65792" y="4050792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(Python)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Що входить у проект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5669280" cy="2148840"/>
          </a:xfrm>
          <a:prstGeom prst="roundRect">
            <a:avLst/>
          </a:prstGeom>
          <a:solidFill>
            <a:srgbClr val="0F172A">
              <a:alpha val="90000"/>
            </a:srgbClr>
          </a:solidFill>
          <a:ln w="12700">
            <a:solidFill>
              <a:srgbClr val="334155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3533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(React)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 сторінки: Home / Features / Pricing / Contact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Переходи сторінок (AnimatePresence)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Мікроанімації, glass cards, glow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Панель кастомізації (тема/акцент/анімації/noise)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55080" y="1097280"/>
            <a:ext cx="5193792" cy="2148840"/>
          </a:xfrm>
          <a:prstGeom prst="roundRect">
            <a:avLst/>
          </a:prstGeom>
          <a:solidFill>
            <a:srgbClr val="0F172A">
              <a:alpha val="90000"/>
            </a:srgbClr>
          </a:solidFill>
          <a:ln w="12700">
            <a:solidFill>
              <a:srgbClr val="334155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1353312"/>
            <a:ext cx="4553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(Python)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0" y="1783080"/>
            <a:ext cx="45537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FastAPI: /api/health, /api/contact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Збереження заявок у sqlite (data.db)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Роздача production збірки React (frontend/dist)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5394960" cy="3063240"/>
          </a:xfrm>
          <a:prstGeom prst="roundRect">
            <a:avLst/>
          </a:prstGeom>
          <a:solidFill>
            <a:srgbClr val="0F172A">
              <a:alpha val="90000"/>
            </a:srgbClr>
          </a:solidFill>
          <a:ln w="12700">
            <a:solidFill>
              <a:srgbClr val="334155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7307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Static HTML версія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416052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Окремий index.html без React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Tailwind CDN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Тема + hue-слайдер (JS)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Зручно для дуже швидкого хостингу</a:t>
            </a:r>
            <a:endParaRPr lang="en-US" sz="1200" dirty="0"/>
          </a:p>
        </p:txBody>
      </p:sp>
      <p:pic>
        <p:nvPicPr>
          <p:cNvPr id="12" name="Image 0" descr="/mnt/data/beautiful-site/frontend/src/assets/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383280"/>
            <a:ext cx="5394960" cy="32461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400800" y="3383280"/>
            <a:ext cx="5394960" cy="3246120"/>
          </a:xfrm>
          <a:prstGeom prst="roundRect">
            <a:avLst/>
          </a:prstGeom>
          <a:solidFill>
            <a:srgbClr val="0B1020">
              <a:alpha val="45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Дизайн: чисто, сучасно, гнучко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5760720" cy="2651760"/>
          </a:xfrm>
          <a:prstGeom prst="roundRect">
            <a:avLst/>
          </a:prstGeom>
          <a:solidFill>
            <a:srgbClr val="0F172A">
              <a:alpha val="90000"/>
            </a:srgbClr>
          </a:solidFill>
          <a:ln w="12700">
            <a:solidFill>
              <a:srgbClr val="334155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3533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Система стилю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Токени через CSS змінні (HSL)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Accent керує CTA, glow, highlights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Glassmorphism + акуратний border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Noise overlay (опційно)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1234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Accent presets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29400" y="1737360"/>
            <a:ext cx="841248" cy="658368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0B1020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243230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16952" y="1737360"/>
            <a:ext cx="841248" cy="658368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0B1020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16952" y="243230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Violet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04504" y="1737360"/>
            <a:ext cx="841248" cy="658368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0B1020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04504" y="243230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592056" y="1737360"/>
            <a:ext cx="841248" cy="658368"/>
          </a:xfrm>
          <a:prstGeom prst="roundRect">
            <a:avLst/>
          </a:prstGeom>
          <a:solidFill>
            <a:srgbClr val="A3E635"/>
          </a:solidFill>
          <a:ln w="12700">
            <a:solidFill>
              <a:srgbClr val="0B1020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92056" y="243230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579608" y="1737360"/>
            <a:ext cx="841248" cy="658368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0B1020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579608" y="243230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10972800" cy="2606040"/>
          </a:xfrm>
          <a:prstGeom prst="roundRect">
            <a:avLst/>
          </a:prstGeom>
          <a:solidFill>
            <a:srgbClr val="0F172A">
              <a:alpha val="90000"/>
            </a:srgbClr>
          </a:solidFill>
          <a:ln w="12700">
            <a:solidFill>
              <a:srgbClr val="334155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418795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Кастомізація — що саме змінюється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461772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Тема: dark/light (клас на html)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Accent: hue 0..359 → --accent = "&lt;hue&gt; 100% 55%"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Анімації: плавні переходи або миттєво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Noise: легка зернистість поверх фону (опційно)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Сторінки (routes)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440680" cy="2148840"/>
          </a:xfrm>
          <a:prstGeom prst="roundRect">
            <a:avLst/>
          </a:prstGeom>
          <a:solidFill>
            <a:srgbClr val="0F172A">
              <a:alpha val="90000"/>
            </a:srgbClr>
          </a:solidFill>
          <a:ln w="12700">
            <a:solidFill>
              <a:srgbClr val="334155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49047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9202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+ preview cards + CTA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3017520"/>
            <a:ext cx="4800600" cy="164592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2552" y="1234440"/>
            <a:ext cx="5440680" cy="2148840"/>
          </a:xfrm>
          <a:prstGeom prst="roundRect">
            <a:avLst/>
          </a:prstGeom>
          <a:solidFill>
            <a:srgbClr val="0F172A">
              <a:alpha val="90000"/>
            </a:srgbClr>
          </a:solidFill>
          <a:ln w="12700">
            <a:solidFill>
              <a:srgbClr val="334155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22592" y="149047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22592" y="19202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Сітка можливостей + пояснення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22592" y="3017520"/>
            <a:ext cx="4800600" cy="164592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794760"/>
            <a:ext cx="5440680" cy="2148840"/>
          </a:xfrm>
          <a:prstGeom prst="roundRect">
            <a:avLst/>
          </a:prstGeom>
          <a:solidFill>
            <a:srgbClr val="0F172A">
              <a:alpha val="90000"/>
            </a:srgbClr>
          </a:solidFill>
          <a:ln w="12700">
            <a:solidFill>
              <a:srgbClr val="334155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05079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448056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тарифи (демо) + акценти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5577840"/>
            <a:ext cx="4800600" cy="164592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02552" y="3794760"/>
            <a:ext cx="5440680" cy="2148840"/>
          </a:xfrm>
          <a:prstGeom prst="roundRect">
            <a:avLst/>
          </a:prstGeom>
          <a:solidFill>
            <a:srgbClr val="0F172A">
              <a:alpha val="90000"/>
            </a:srgbClr>
          </a:solidFill>
          <a:ln w="12700">
            <a:solidFill>
              <a:srgbClr val="334155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22592" y="405079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22592" y="448056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 → /api/contact (sqlite)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22592" y="5577840"/>
            <a:ext cx="4800600" cy="164592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6080760"/>
            <a:ext cx="10972800" cy="658368"/>
          </a:xfrm>
          <a:prstGeom prst="roundRect">
            <a:avLst/>
          </a:prstGeom>
          <a:solidFill>
            <a:srgbClr val="0F172A">
              <a:alpha val="90000"/>
            </a:srgbClr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62179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Переходи між сторінками: AnimatePresence + motion.main (можна вимкнути у кастомізації)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Архітектура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2926080" cy="1097280"/>
          </a:xfrm>
          <a:prstGeom prst="rect">
            <a:avLst/>
          </a:prstGeom>
          <a:solidFill>
            <a:srgbClr val="0F172A">
              <a:alpha val="92000"/>
            </a:srgbClr>
          </a:solidFill>
          <a:ln>
            <a:solidFill>
              <a:srgbClr val="334155">
                <a:alpha val="65000"/>
              </a:srgbClr>
            </a:solidFill>
          </a:ln>
          <a:effectLst>
            <a:outerShdw sx="100000" sy="100000" kx="0" ky="0" algn="bl" rotWithShape="0" blurRad="50800" dist="12700" dir="2700000">
              <a:srgbClr val="000000">
                <a:alpha val="26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Browser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SPA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63440" y="1828800"/>
            <a:ext cx="2926080" cy="1097280"/>
          </a:xfrm>
          <a:prstGeom prst="rect">
            <a:avLst/>
          </a:prstGeom>
          <a:solidFill>
            <a:srgbClr val="0F172A">
              <a:alpha val="92000"/>
            </a:srgbClr>
          </a:solidFill>
          <a:ln>
            <a:solidFill>
              <a:srgbClr val="334155">
                <a:alpha val="65000"/>
              </a:srgbClr>
            </a:solidFill>
          </a:ln>
          <a:effectLst>
            <a:outerShdw sx="100000" sy="100000" kx="0" ky="0" algn="bl" rotWithShape="0" blurRad="50800" dist="12700" dir="2700000">
              <a:srgbClr val="000000">
                <a:alpha val="26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/api/*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1828800"/>
            <a:ext cx="2926080" cy="1097280"/>
          </a:xfrm>
          <a:prstGeom prst="rect">
            <a:avLst/>
          </a:prstGeom>
          <a:solidFill>
            <a:srgbClr val="0F172A">
              <a:alpha val="92000"/>
            </a:srgbClr>
          </a:solidFill>
          <a:ln>
            <a:solidFill>
              <a:srgbClr val="334155">
                <a:alpha val="65000"/>
              </a:srgbClr>
            </a:solidFill>
          </a:ln>
          <a:effectLst>
            <a:outerShdw sx="100000" sy="100000" kx="0" ky="0" algn="bl" rotWithShape="0" blurRad="50800" dist="12700" dir="2700000">
              <a:srgbClr val="000000">
                <a:alpha val="26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SQLite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data.db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77640" y="2148840"/>
            <a:ext cx="594360" cy="45720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26680" y="2148840"/>
            <a:ext cx="594360" cy="45720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429000"/>
            <a:ext cx="10332720" cy="2926080"/>
          </a:xfrm>
          <a:prstGeom prst="roundRect">
            <a:avLst/>
          </a:prstGeom>
          <a:solidFill>
            <a:srgbClr val="0F172A">
              <a:alpha val="90000"/>
            </a:srgbClr>
          </a:solidFill>
          <a:ln w="12700">
            <a:solidFill>
              <a:srgbClr val="334155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34440" y="368503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Як деплоїти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4114800"/>
            <a:ext cx="9692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Зібрати фронтенд: cd frontend &amp;&amp; npm run build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Запустити бекенд: cd ../backend-python &amp;&amp; uvicorn app.main:app --port 8000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Відкрити сайт: http://localhost:8000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Бекенд автоматично підхоплює frontend/dist і роздає як статичні файли.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Структура папок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607040" cy="4023360"/>
          </a:xfrm>
          <a:prstGeom prst="roundRect">
            <a:avLst/>
          </a:prstGeom>
          <a:solidFill>
            <a:srgbClr val="0F172A">
              <a:alpha val="94000"/>
            </a:srgbClr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6002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beautiful-site/
  frontend/            # React + Tailwind
  backend-python/       # FastAPI + sqlite
  static-html/          # HTML-only версія
  presentation/         # .pptx
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5577840"/>
            <a:ext cx="10607040" cy="1005840"/>
          </a:xfrm>
          <a:prstGeom prst="roundRect">
            <a:avLst/>
          </a:prstGeom>
          <a:solidFill>
            <a:srgbClr val="22D3EE">
              <a:alpha val="14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57790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 готовий до змін: додавай свої секції, сторінки та API — все вже красиво оформлено.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eautiful-site/frontend/src/assets/hero-bg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55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23774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Дякую!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22960" y="3291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Питання? Можна одразу редагувати тексти та секції під свій бренд.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Aurora UI generator</dc:creator>
  <cp:lastModifiedBy>Aurora UI generator</cp:lastModifiedBy>
  <cp:revision>1</cp:revision>
  <dcterms:created xsi:type="dcterms:W3CDTF">2025-12-15T00:49:56Z</dcterms:created>
  <dcterms:modified xsi:type="dcterms:W3CDTF">2025-12-15T00:49:56Z</dcterms:modified>
</cp:coreProperties>
</file>